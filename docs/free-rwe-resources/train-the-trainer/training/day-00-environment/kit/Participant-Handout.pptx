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MODULE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Environment Setup
and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8B4E6"/>
                </a:solidFill>
              </a:rPr>
              <a:t>Participant Handout · Complete before 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6CD"/>
                </a:solidFill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Your Setup Checklist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069848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858000"/>
                <a:gridCol w="1828800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to Do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ATLAS Login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Log in to your site's ATLAS and save a test concept set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Blocked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CDM SQL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Run SELECT * FROM person LIMIT 5 in your SQL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Athena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Open athena.ohdsi.org and search for Metformin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Blocked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SQL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Connect to CDM in Databricks, DBeaver, or your site's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Git / GitHub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Clone the program repo: git clone [repo-url]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Blocked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R / HADES (Day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Install DatabaseConnector and run library(DatabaseConnector)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☐ Done  ☐ 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Quick Verification Steps (Do Before Day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1.  Log in to ATLAS → create a test concept set → export JSON → delete it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2.  Run in your SQL client: SELECT * FROM [cdm_schema].person LIMIT 5;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3.  Open athena.ohdsi.org → search 'Metformin' → confirm results appear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4.  In a terminal: git --version → should return a version number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5.  Clone the program repository (URL from your trainer)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If all five work → you are ready for Day 1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If anything is blocked → contact your site support contact 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Your Site's Configuration (Fill 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ATLAS URL:   _______________________________________________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Warehouse / CDM Host:   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CDM Schema:   ______________________________________________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Results Schema:   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SQL Client (Databricks / DBeaver / other):   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Extraction Tool (SEARCH / Atlas SQL / pipeline):   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Support Contact (data access):   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</a:rPr>
              <a:t>Support Contact (ATLAS admin):   ____________________________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