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Environment Setup</a:t>
            </a:r>
          </a:p>
          <a:p>
            <a:r>
              <a:t>and Access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MODULE 0</a:t>
            </a:r>
          </a:p>
          <a:p>
            <a:pPr marL="0" indent="0">
              <a:buNone/>
            </a:pPr>
            <a:r>
              <a:t>Participant Handout · Complete before Day 1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Setup Checklist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17320"/>
          <a:ext cx="10966702" cy="36576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4234"/>
                <a:gridCol w="6218234"/>
                <a:gridCol w="2374234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Item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What to Do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ATLAS Login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Log in to your site's ATLAS and save a test concept set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CDM SQL Access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Run SELECT * FROM person LIMIT 5 in your SQL client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Athena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Open athena.ohdsi.org and search for Metformin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SQL Client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Connect to CDM in Databricks, DBeaver, or your site's client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Git / GitHub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Clone the program repo: git clone [repo-url]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Blocked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R / HADES (Day 6)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Install DatabaseConnector and run library(DatabaseConnector)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☐ Done  ☐ N/A</a:t>
                      </a:r>
                    </a:p>
                  </a:txBody>
                  <a:tcPr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Verification Steps (Do Before Day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200"/>
              <a:t>1.  Log in to ATLAS → create a test concept set → export JSON → delete it</a:t>
            </a:r>
          </a:p>
          <a:p>
            <a:pPr marL="0" indent="0">
              <a:buNone/>
            </a:pPr>
            <a:r>
              <a:rPr sz="2200"/>
              <a:t>2.  Run in your SQL client: SELECT * FROM [cdm_schema].person LIMIT 5;</a:t>
            </a:r>
          </a:p>
          <a:p>
            <a:pPr marL="0" indent="0">
              <a:buNone/>
            </a:pPr>
            <a:r>
              <a:rPr sz="2200"/>
              <a:t>3.  Open athena.ohdsi.org → search 'Metformin' → confirm results appear</a:t>
            </a:r>
          </a:p>
          <a:p>
            <a:pPr marL="0" indent="0">
              <a:buNone/>
            </a:pPr>
            <a:r>
              <a:rPr sz="2200"/>
              <a:t>4.  In a terminal: git --version → should return a version number</a:t>
            </a:r>
          </a:p>
          <a:p>
            <a:pPr marL="0" indent="0">
              <a:buNone/>
            </a:pPr>
            <a:r>
              <a:rPr sz="2200"/>
              <a:t>5.  Clone the program repository (URL from your trainer)</a:t>
            </a:r>
          </a:p>
          <a:p>
            <a:pPr/>
            <a:r>
              <a:rPr sz="2200"/>
              <a:t>If all five work → you are ready for Day 1</a:t>
            </a:r>
          </a:p>
          <a:p>
            <a:pPr/>
            <a:r>
              <a:rPr sz="2200"/>
              <a:t>If anything is blocked → contact your site support contact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Site's Configuration (Fill 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ATLAS URL:   _______________________________________________</a:t>
            </a:r>
          </a:p>
          <a:p>
            <a:pPr/>
            <a:r>
              <a:rPr sz="2400"/>
              <a:t>Warehouse / CDM Host:   ____________________________________</a:t>
            </a:r>
          </a:p>
          <a:p>
            <a:pPr/>
            <a:r>
              <a:rPr sz="2400"/>
              <a:t>CDM Schema:   ______________________________________________</a:t>
            </a:r>
          </a:p>
          <a:p>
            <a:pPr/>
            <a:r>
              <a:rPr sz="2400"/>
              <a:t>Results Schema:   __________________________________________</a:t>
            </a:r>
          </a:p>
          <a:p>
            <a:pPr/>
            <a:r>
              <a:rPr sz="2400"/>
              <a:t>SQL Client (Databricks / DBeaver / other):   ________________</a:t>
            </a:r>
          </a:p>
          <a:p>
            <a:pPr/>
            <a:r>
              <a:rPr sz="2400"/>
              <a:t>Extraction Method (ATLAS SQL / pipeline):   __________</a:t>
            </a:r>
          </a:p>
          <a:p>
            <a:pPr/>
            <a:r>
              <a:rPr sz="2400"/>
              <a:t>Support Contact (data access):   ____________________________</a:t>
            </a:r>
          </a:p>
          <a:p>
            <a:pPr/>
            <a:r>
              <a:rPr sz="2400"/>
              <a:t>Support Contact (ATLAS admin):   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 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Danielle Boyce</a:t>
            </a:r>
          </a:p>
          <a:p>
            <a:pPr marL="0" indent="0">
              <a:buNone/>
            </a:pPr>
            <a:r>
              <a:t>dboyce@als.net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