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 and argument names follow the PatientLevelPrediction vignette 'Building patient-level predictive models' as read on 1 October 2026. Check them against the version installed at your site before the session, because the package interface has changed between major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Live Demo Script: HADES Prediction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Facilitator Guide – Day 6, Part 2</a:t>
            </a:r>
          </a:p>
          <a:p>
            <a:pPr marL="0" indent="0">
              <a:buNone/>
            </a:pPr>
            <a:r>
              <a:t>R + HADES (PatientLevelPrediction)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Overview (30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Goal: Run a complete prediction workflow</a:t>
            </a:r>
          </a:p>
          <a:p>
            <a:pPr/>
            <a:r>
              <a:rPr sz="2400"/>
              <a:t>Environment: Secure Databricks OMOP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0–3: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Say: This mirrors real research</a:t>
            </a:r>
          </a:p>
          <a:p>
            <a:pPr/>
            <a:r>
              <a:rPr sz="2400"/>
              <a:t>Focus on process, not numbers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3–6: Open R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Show RStudio / Posit Workbench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6–10: Load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library(DatabaseConnector)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library(PatientLevelPrediction)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10–14: Connection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createConnectionDetails(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dbms = "spark",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server = "&lt;DATABRICKS_SERVER&gt;"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14–17: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conn &lt;- connect(connectionDetails)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17–20: Cohorts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targetCohortId &lt;- &lt;TARGET_ID&gt;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outcomeCohortId &lt;- &lt;OUTCOME_ID&gt;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20–24: Extract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createDatabaseDetails(...), then getPlpData(...)</a:t>
            </a:r>
          </a:p>
          <a:p>
            <a:pPr/>
            <a:r>
              <a:rPr sz="1600"/>
              <a:t>Feature extraction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24–27: Train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runPlp(plpData, outcomeId, populationSettings, modelSettings)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 27–30: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result$performanceEvaluation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plotPlp(result)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AUC, calibration, variability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Permissions, runtime, cohorts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Proceed to participant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