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alstdi-logo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9901" name="ALS TDI Logo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65008" y="6043049"/>
            <a:ext cx="914400" cy="705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HADES Prediction Modeling – Week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Instructor Handout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Facilitation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Expect variability</a:t>
            </a:r>
          </a:p>
          <a:p>
            <a:r>
              <a:t>Emphasize interpretation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AUC &gt; 0.6 common</a:t>
            </a:r>
          </a:p>
          <a:p>
            <a:r>
              <a:t>Calibration often imperfect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Discussion Prompts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Why does performance vary?</a:t>
            </a:r>
          </a:p>
          <a:p>
            <a:r>
              <a:t>What design choices matter?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LS TDI">
      <a:dk1>
        <a:sysClr val="windowText" lastClr="000000"/>
      </a:dk1>
      <a:lt1>
        <a:sysClr val="window" lastClr="FFFFFF"/>
      </a:lt1>
      <a:dk2>
        <a:srgbClr val="6D2F77"/>
      </a:dk2>
      <a:lt2>
        <a:srgbClr val="F2EAF4"/>
      </a:lt2>
      <a:accent1>
        <a:srgbClr val="904199"/>
      </a:accent1>
      <a:accent2>
        <a:srgbClr val="B872C0"/>
      </a:accent2>
      <a:accent3>
        <a:srgbClr val="6D2F77"/>
      </a:accent3>
      <a:accent4>
        <a:srgbClr val="4A4A4A"/>
      </a:accent4>
      <a:accent5>
        <a:srgbClr val="D9C2DE"/>
      </a:accent5>
      <a:accent6>
        <a:srgbClr val="7A3580"/>
      </a:accent6>
      <a:hlink>
        <a:srgbClr val="904199"/>
      </a:hlink>
      <a:folHlink>
        <a:srgbClr val="6D2F77"/>
      </a:folHlink>
    </a:clrScheme>
    <a:fontScheme name="Office">
      <a:majorFont>
        <a:latin typeface="EB Garamon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