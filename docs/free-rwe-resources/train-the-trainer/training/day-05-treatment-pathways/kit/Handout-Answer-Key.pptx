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Answer Key Appendix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For Instructor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Record the largest first-ring arc and its percent. No fixed value is expected; it depends on the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Record the percent of paths that reach insulin. No fixed value is expected.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Describe any difference between the two age cohorts, or state that none is visible.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