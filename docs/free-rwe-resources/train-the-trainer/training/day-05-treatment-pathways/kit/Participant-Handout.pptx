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Treatment Pathway Analysis – 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Participant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Understand treatment pathways</a:t>
            </a:r>
          </a:p>
          <a:p>
            <a:pPr/>
            <a:r>
              <a:rPr sz="2400"/>
              <a:t>Interpret ATLAS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Pathways are descriptive</a:t>
            </a:r>
          </a:p>
          <a:p>
            <a:pPr/>
            <a:r>
              <a:rPr sz="2400"/>
              <a:t>Design choices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1. Identify dominant first-line therapy</a:t>
            </a:r>
          </a:p>
          <a:p>
            <a:pPr marL="0" indent="0">
              <a:buNone/>
            </a:pPr>
            <a:r>
              <a:rPr sz="2400"/>
              <a:t>2. Estimate insulin escalation</a:t>
            </a:r>
          </a:p>
          <a:p>
            <a:pPr marL="0" indent="0">
              <a:buNone/>
            </a:pPr>
            <a:r>
              <a:rPr sz="2400"/>
              <a:t>3. Compare subgroups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Arc size = share of the cohort</a:t>
            </a:r>
          </a:p>
          <a:p>
            <a:pPr marL="0" indent="0">
              <a:buNone/>
            </a:pPr>
            <a:r>
              <a:t>Grey = end of the pathway, not the end of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