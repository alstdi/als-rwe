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Treatment Pathway Analysis – Diabetes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Instructor Handout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Facilitation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Emphasize variability</a:t>
            </a:r>
          </a:p>
          <a:p>
            <a:pPr/>
            <a:r>
              <a:rPr sz="2400"/>
              <a:t>Reinforce descriptive nature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to Look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The largest first-ring arc</a:t>
            </a:r>
          </a:p>
          <a:p>
            <a:pPr/>
            <a:r>
              <a:rPr sz="2400"/>
              <a:t>The share of paths reaching insulin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Prompts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Why might patterns differ?</a:t>
            </a:r>
          </a:p>
          <a:p>
            <a:pPr marL="0" indent="0">
              <a:buNone/>
            </a:pPr>
            <a:r>
              <a:t>What assumptions matter?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