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920240"/>
            <a:ext cx="10363200" cy="1280160"/>
          </a:xfrm>
        </p:spPr>
        <p:txBody>
          <a:bodyPr anchor="b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291840"/>
            <a:ext cx="10363200" cy="18288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Recording Script: Treatment Pathway Analysis (Diabetes)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Narration-Optimized Script</a:t>
            </a:r>
          </a:p>
          <a:p>
            <a:pPr marL="0" indent="0">
              <a:buNone/>
            </a:pPr>
            <a:r>
              <a:t>OHDSI / OMOP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Opening (0–2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Welcome. In this session, we will explore Treatment Pathway Analysis using the OHDSI ATLAS tool. This is an introductory, diabetes-focused walkthrough designed to show how patients move through sequences of treatments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Setting (2–5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Treatment pathways are descriptive analyses. They help us understand real-world care patterns, not determine effectiveness or causality. Keep this framing in mind throughout the session.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OMOP Foundations (5–10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All pathway analyses rely on the OMOP Common Data Model. Drug exposures drive treatment sequences, while cohorts define who we are studying and when observation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Diabetes? (10–13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Type 2 diabetes is a common teaching example for pathway analysis because several drug classes are used over time, which gives the sequences something to show.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Introducing ATLAS (13–15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ATLAS provides a visual interface for defining cohorts, running analyses, and exploring treatment pathways. We will now walk through a complete example.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Selecting the Cohort (15–18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Here, we select a cohort of adults with Type 2 Diabetes. Cohort design choices strongly influence pathway results.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the Event Cohorts (18–22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Each treatment we want to follow is its own event cohort, for example metformin, GLP-1 receptor agonists, and insulin. Building them from ingredient or class concept sets keeps the steps comparable across databases.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Configuring Pathway Settings (22–26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The settings are the combination window, the minimum cell count, the maximum path length, and whether repeats are allowed. Follow-up time comes from the target cohort, and exposure gaps come from each event cohort's exit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Running the Analysis (26–30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Once configured, we run the analysis. Runtime varies by database size. Results will differ slightly across data sources.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Interpreting the Visualization (30–38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In the sunburst plot, each ring is the next step and the size of an arc shows the share of the target cohort on that path. The end of a pathway is shown in grey. It means no further event cohort was observed during follow-up, which is not the same as no care.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Diabetes-Specific Patterns (38–43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Published pathway work has reported metformin as the most common first diabetes drug, with wide variation between data sources. Describe what your own sunburst shows: the first-ring arcs, where the paths branch, and how many paths reach insulin.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Subgroup Interpretation (43–47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When comparing target cohorts defined by age or other characteristics, differences can reflect disease severity, follow-up length, or data capture.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Reminder (47–50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Treatment pathway analysis is descriptive. It does not tell us why changes occurred or whether one pathway is better than another.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 (50–52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In summary, treatment pathways provide a powerful way to visualize real-world care patterns. When interpreted carefully, they can inform hypothesis generation and study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62626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595959"/>
      </a:accent4>
      <a:accent5>
        <a:srgbClr val="BFBFBF"/>
      </a:accent5>
      <a:accent6>
        <a:srgbClr val="262626"/>
      </a:accent6>
      <a:hlink>
        <a:srgbClr val="000000"/>
      </a:hlink>
      <a:folHlink>
        <a:srgbClr val="40404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