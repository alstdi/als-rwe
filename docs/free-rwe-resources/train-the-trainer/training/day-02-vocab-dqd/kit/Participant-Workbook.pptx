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Vocabulary &amp;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B4E6"/>
                </a:solidFill>
              </a:rPr>
              <a:t>Participant Workbook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96CD"/>
                </a:solidFill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Explain the Kahn framework categories for data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Describe what DQD checks and how thresholds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Distinguish a true DQ problem from a concept set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Build a concept set in ATLAS with Include Descendants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</a:rPr>
              <a:t>Validate concept set counts with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Kahn Framework — Fill In the Definitions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37976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92"/>
                <a:gridCol w="3745992"/>
                <a:gridCol w="3745992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4B2682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Definition (fill in)</a:t>
                      </a:r>
                    </a:p>
                  </a:txBody>
                  <a:tcPr>
                    <a:solidFill>
                      <a:srgbClr val="4B2682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4B2682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Conformance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Every drug_concept_id must exist in the concept table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Fraction of condition rows with concept_id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Plausibility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</a:rPr>
                        <a:t>No birth year in the future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2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Concept Set Lab — Record Your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Concept set name I built:  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Number of standard concepts included:  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Include Descendants toggled ON?  ☐ Yes  ☐ No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Number of concepts in Included Concepts tab (with descendants):  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Number of source codes in the Mapped tab:  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Did all Included Concepts show Standard = 'S'?  ☐ Yes  ☐ No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SQL count (total exposures):  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Atlas count:  ____________________________________________________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91919"/>
                </a:solidFill>
              </a:rPr>
              <a:t>Did they match?  ☐ Yes  ☐ No — if not, why? 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