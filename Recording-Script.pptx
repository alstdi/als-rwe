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3291840" cy="45720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12527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entury Gothic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920240"/>
            <a:ext cx="1123797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entury Gothic"/>
              </a:rPr>
              <a:t>Vocabulary &amp; Data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4297680"/>
            <a:ext cx="1123797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9C4E6"/>
                </a:solidFill>
                <a:latin typeface="Arial"/>
              </a:rPr>
              <a:t>Participant Workbook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4D2"/>
                </a:solidFill>
                <a:latin typeface="Arial"/>
              </a:rPr>
              <a:t>ALS TDI · OHDSI/OMOP Train-the-Trainer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37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5A5A5A"/>
                </a:solidFill>
                <a:latin typeface="Arial"/>
              </a:rPr>
              <a:t>By the end of this session, you will be able to: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581912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609344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581912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Explain the Kahn framework categories for data quality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2249424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276856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249424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Describe what DQD checks and how thresholds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2916936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944368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916936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Distinguish a true DQ problem from a concept set problem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3584448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611880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584448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Build a concept set in ATLAS with Include Descendants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4251960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4279392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251960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Validate concept set counts with 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Kahn Framework — Fill In the Definitions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5488" y="1143000"/>
          <a:ext cx="11237976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5992"/>
                <a:gridCol w="3745992"/>
                <a:gridCol w="3745992"/>
              </a:tblGrid>
              <a:tr h="566928">
                <a:tc>
                  <a:txBody>
                    <a:bodyPr lIns="63500" tIns="381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>Category</a:t>
                      </a:r>
                    </a:p>
                  </a:txBody>
                  <a:tcPr>
                    <a:solidFill>
                      <a:srgbClr val="20425A"/>
                    </a:solidFill>
                  </a:tcPr>
                </a:tc>
                <a:tc>
                  <a:txBody>
                    <a:bodyPr lIns="63500" tIns="381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>Definition (fill in)</a:t>
                      </a:r>
                    </a:p>
                  </a:txBody>
                  <a:tcPr>
                    <a:solidFill>
                      <a:srgbClr val="20425A"/>
                    </a:solidFill>
                  </a:tcPr>
                </a:tc>
                <a:tc>
                  <a:txBody>
                    <a:bodyPr lIns="63500" tIns="381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>Example</a:t>
                      </a:r>
                    </a:p>
                  </a:txBody>
                  <a:tcPr>
                    <a:solidFill>
                      <a:srgbClr val="20425A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Conformance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Every drug_concept_id must exist in the concept table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Completeness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Fraction of condition rows with concept_id =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Plausibility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No birth year in the future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Concept Set Lab — Record Your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161288"/>
            <a:ext cx="11237976" cy="5495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Concept set name I built:  ________________________________________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Number of standard concepts included:  ___________________________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Include Descendants toggled ON?  ☐ Yes  ☐ No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Number of concepts in Included Concepts tab (with descendants):  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Number of source codes in the Mapped tab:  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Did all Included Concepts show Standard = 'S'?  ☐ Yes  ☐ No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SQL count (total exposures):  ____________________________________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Atlas count:  ____________________________________________________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Did they match?  ☐ Yes  ☐ No — if not, why?  ____________________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828800"/>
            <a:ext cx="1123797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entury Gothic"/>
              </a:rPr>
              <a:t>Thank You. 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383280"/>
            <a:ext cx="112379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rial"/>
              </a:rPr>
              <a:t>Danielle Boyce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977639"/>
            <a:ext cx="112379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9C4E6"/>
                </a:solidFill>
                <a:latin typeface="Arial"/>
              </a:rPr>
              <a:t>dboyce@als.net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4D2"/>
                </a:solidFill>
                <a:latin typeface="Arial"/>
              </a:rPr>
              <a:t>ALS TDI · OHDSI/OMOP Train-the-Trainer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