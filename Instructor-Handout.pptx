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3291840" cy="4572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52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entury Gothic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112379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OMOP Common Data Model
and Standardized Vocabularies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97680"/>
            <a:ext cx="11237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Participant Workbook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Arial"/>
              </a:rPr>
              <a:t>By the end of this session, you will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81912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Explain the purpose of the OMOP CDM and its key design principles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24942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76856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Identify and describe the core clinical and vocabulary 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916936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4436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1693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Distinguish between standard and non-standard concepts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584448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11880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8444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Navigate Athena to find concepts, relationships, and hierarchies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4251960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79392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51960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Write basic SQL queries to explore OMOP CDM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Core Clinical Tables — Fill In the Description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124712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566928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Table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What It Contains (fill in)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person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visit_occurrence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condition_occurrence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drug_exposure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measurement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procedure_occurrence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death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Standard vs Non-Standard Concepts — 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Standard concept: standard_concept = '___'  (fill in)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Non-standard concept: standard_concept = _____ (fill in)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Which table stores the standard concept for a condition? 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Which relationship links an ICD code to its standard SNOMED concept? 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If condition_concept_id = 0, this means: 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Can you build a concept set on an ICD-10-CM code? 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Athena Exercise — Record Your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Condition I searched for: 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Standard concept name: 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Standard concept_id: _____________________________________________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Vocabulary_id of the standard concept: 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Number of ICD codes that 'Map to' this concept: 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Number of descendant concepts: 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One surprising concept I found in the hierarchy: 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entury Gothic"/>
              </a:rPr>
              <a:t>Thank You.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383280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Danielle Boyce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977639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dboyce@als.net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