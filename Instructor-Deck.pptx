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Cohort Definition
and Characterization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Participant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Arial"/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Define an OHDSI cohort and explain how it differs from a simple code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Identify and apply the four parts: entry event, concept sets, inclusion criteria, exit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Apply temporal logic correctly in inclusion and exclusion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Build and generate a cohort in ATLAS, read the attrition report, and characterize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Four Parts — Fill 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379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92"/>
                <a:gridCol w="3745992"/>
                <a:gridCol w="3745992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Part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What It Defines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Your Example (fill in)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Entry Event (Initial Event)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The qualifying event that brings a person into the cohort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Concept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The reusable clinical concepts defining the entry event and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Inclusion Criteria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Additional conditions a person must meet after entry event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Cohort 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When and how a person leaves the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My Metformin Cohort — Lab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Entry event concept: ____________________________________________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Include Descendants ON?  ☐ Yes  ☐ No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Restrict to first event?  ☐ Yes  ☐ No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Inclusion Rule 1 (prior observation):  ___________________________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   Window: _________ days  BEFORE  AFTER  BOTH (circle one)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Inclusion Rule 2 (no prior sulfonylurea):  _______________________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   Window: _________ days  BEFORE  AFTER  BOTH (circle one)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Cohort exit strategy:  _________________________________________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Atlas cohort count (final):  ____________________________________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Biggest attrition step (rule name + % removed):  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Characterization Findings — Record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Mean age of cohort members: 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Sex distribution (% male / % female):  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Top 3 prior conditions: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1.  ______________________________________________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2.  ______________________________________________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3.  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Top 3 prior drugs: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1.  ______________________________________________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2.  ______________________________________________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191919"/>
                </a:solidFill>
                <a:latin typeface="Arial"/>
              </a:rPr>
              <a:t>3.  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Does this population look like what you expected?  ☐ Yes  ☐ No — Why?  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