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Vocabulary &amp; Data Quality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2</a:t>
            </a:r>
          </a:p>
          <a:p>
            <a:pPr marL="0" indent="0">
              <a:buNone/>
            </a:pPr>
            <a:r>
              <a:t>Participant Workbook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sz="2400"/>
              <a:t>By the end of this session, you will be able to:</a:t>
            </a:r>
          </a:p>
          <a:p>
            <a:pPr marL="0" indent="0">
              <a:buNone/>
            </a:pPr>
            <a:r>
              <a:rPr sz="2400"/>
              <a:t>1. Use the Kahn framework's terms to read a DQD result</a:t>
            </a:r>
          </a:p>
          <a:p>
            <a:pPr marL="0" indent="0">
              <a:buNone/>
            </a:pPr>
            <a:r>
              <a:rPr sz="2400"/>
              <a:t>2. Describe what DQD checks and how thresholds work</a:t>
            </a:r>
          </a:p>
          <a:p>
            <a:pPr marL="0" indent="0">
              <a:buNone/>
            </a:pPr>
            <a:r>
              <a:rPr sz="2400"/>
              <a:t>3. Distinguish a true DQ problem from a concept set problem</a:t>
            </a:r>
          </a:p>
          <a:p>
            <a:pPr marL="0" indent="0">
              <a:buNone/>
            </a:pPr>
            <a:r>
              <a:rPr sz="2400"/>
              <a:t>4. Build a concept set in ATLAS with Include Descendants</a:t>
            </a:r>
          </a:p>
          <a:p>
            <a:pPr marL="0" indent="0">
              <a:buNone/>
            </a:pPr>
            <a:r>
              <a:rPr sz="2400"/>
              <a:t>5. Check concept set counts with SQL and explain differences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Kahn Framework: Fill In the Definitions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17320"/>
          <a:ext cx="10966702" cy="1600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47023"/>
                <a:gridCol w="2770535"/>
                <a:gridCol w="6349144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Category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Definition (fill in)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Conformance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Every drug_concept_id must exist in the concept table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Completeness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Fraction of condition rows with concept_id = 0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Plausibility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No birth year in the future</a:t>
                      </a:r>
                    </a:p>
                  </a:txBody>
                  <a:tcPr marL="73152" marR="73152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2648" y="3127248"/>
            <a:ext cx="1096670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Two assessment contexts: fill in the definitions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3526028"/>
          <a:ext cx="10966702" cy="14859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47023"/>
                <a:gridCol w="2770535"/>
                <a:gridCol w="6349144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Context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Definition (fill in)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Verification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No birth dates in the future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Validation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Prevalence compared with a published estimate (not a DQD check)</a:t>
                      </a:r>
                    </a:p>
                  </a:txBody>
                  <a:tcPr marL="73152" marR="73152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5121656"/>
            <a:ext cx="10966704" cy="99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000000"/>
                </a:solidFill>
              </a:rPr>
              <a:t>Conformance has subcategories (value · relational · computational) and so does plausibility (uniqueness · atemporal · temporal). For each one, name a DQD check type with that label, or write 'none in DQD'.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Set Lab — Record Your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Concept set name I built:  ________________________________________</a:t>
            </a:r>
          </a:p>
          <a:p>
            <a:pPr/>
            <a:r>
              <a:t>Number of standard concepts included:  ___________________________</a:t>
            </a:r>
          </a:p>
          <a:p>
            <a:pPr/>
            <a:r>
              <a:t>Include Descendants toggled ON?  ☐ Yes  ☐ No</a:t>
            </a:r>
          </a:p>
          <a:p>
            <a:pPr/>
            <a:r>
              <a:t>Number of concepts in Included Concepts tab (with descendants):  ___</a:t>
            </a:r>
          </a:p>
          <a:p>
            <a:pPr/>
            <a:r>
              <a:t>Number of source codes in the Included Source Codes tab:  _______________________</a:t>
            </a:r>
          </a:p>
          <a:p>
            <a:pPr/>
            <a:r>
              <a:t>Did the drug concepts in Included Concepts show Standard?  ☐ Yes  ☐ No</a:t>
            </a:r>
          </a:p>
          <a:p>
            <a:pPr/>
            <a:r>
              <a:t>SQL count (total exposures):  ____________________________________</a:t>
            </a:r>
          </a:p>
          <a:p>
            <a:pPr/>
            <a:r>
              <a:t>ATLAS record count (RC / DRC):  ____________________________________________________</a:t>
            </a:r>
          </a:p>
          <a:p>
            <a:pPr/>
            <a:r>
              <a:t>Did they match?  ☐ Yes  ☐ No — if not, why?  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 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Danielle Boyce</a:t>
            </a:r>
          </a:p>
          <a:p>
            <a:pPr marL="0" indent="0">
              <a:buNone/>
            </a:pPr>
            <a:r>
              <a:t>dboyce@als.net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