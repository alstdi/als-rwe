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20240"/>
            <a:ext cx="10363200" cy="128016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91840"/>
            <a:ext cx="10363200" cy="18288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Treatment Pathway Analysis – ALS Medications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Participant Handout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Understand treatment pathways</a:t>
            </a:r>
          </a:p>
          <a:p>
            <a:pPr/>
            <a:r>
              <a:rPr sz="2400"/>
              <a:t>Interpret ATLAS visualizations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Pathways are descriptive</a:t>
            </a:r>
          </a:p>
          <a:p>
            <a:pPr/>
            <a:r>
              <a:rPr sz="2400"/>
              <a:t>Design choices matter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1. Identify dominant first-line therapy</a:t>
            </a:r>
          </a:p>
          <a:p>
            <a:pPr marL="0" indent="0">
              <a:buNone/>
            </a:pPr>
            <a:r>
              <a:rPr sz="2400"/>
              <a:t>2. Estimate the share with edaravone after riluzole</a:t>
            </a:r>
          </a:p>
          <a:p>
            <a:pPr marL="0" indent="0">
              <a:buNone/>
            </a:pPr>
            <a:r>
              <a:rPr sz="2400"/>
              <a:t>3. Compare subgroups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 Tips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Arc size = share of the cohort</a:t>
            </a:r>
          </a:p>
          <a:p>
            <a:pPr marL="0" indent="0">
              <a:buNone/>
            </a:pPr>
            <a:r>
              <a:t>Grey = end of the pathway, not the end of care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00000"/>
      </a:hlink>
      <a:folHlink>
        <a:srgbClr val="404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