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alstdi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01" name="ALS TDI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5008" y="6043049"/>
            <a:ext cx="914400" cy="70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Diabetes Ingredient-Level Concept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OHDSI / OMOP</a:t>
            </a:r>
          </a:p>
          <a:p>
            <a:r>
              <a:t>Treatment Pathway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Concept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Standardize diabetes treatments</a:t>
            </a:r>
          </a:p>
          <a:p>
            <a:r>
              <a:t>- Enable consistent pathway analysis</a:t>
            </a:r>
          </a:p>
          <a:p>
            <a:r>
              <a:t>- Ingredient-level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Ingredient-level only</a:t>
            </a:r>
          </a:p>
          <a:p>
            <a:r>
              <a:t>- Descendants included</a:t>
            </a:r>
          </a:p>
          <a:p>
            <a:r>
              <a:t>- Exclude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Biguanides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Metformin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Sulfonylureas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Glipizide</a:t>
            </a:r>
          </a:p>
          <a:p>
            <a:r>
              <a:t>Glyburide</a:t>
            </a:r>
          </a:p>
          <a:p>
            <a:r>
              <a:t>Glimepiride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DPP-4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Sitagliptin</a:t>
            </a:r>
          </a:p>
          <a:p>
            <a:r>
              <a:t>Saxagliptin</a:t>
            </a:r>
          </a:p>
          <a:p>
            <a:r>
              <a:t>Linagliptin</a:t>
            </a:r>
          </a:p>
          <a:p>
            <a:r>
              <a:t>Alogliptin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GLP-1 Receptor Agonists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Liraglutide</a:t>
            </a:r>
          </a:p>
          <a:p>
            <a:r>
              <a:t>Semaglutide</a:t>
            </a:r>
          </a:p>
          <a:p>
            <a:r>
              <a:t>Dulaglutide</a:t>
            </a:r>
          </a:p>
          <a:p>
            <a:r>
              <a:t>Exenatide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SGLT2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Canagliflozin</a:t>
            </a:r>
          </a:p>
          <a:p>
            <a:r>
              <a:t>Dapagliflozin</a:t>
            </a:r>
          </a:p>
          <a:p>
            <a:r>
              <a:t>Empagliflozin</a:t>
            </a:r>
          </a:p>
          <a:p>
            <a:r>
              <a:t>Ertugliflozin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Basal</a:t>
            </a:r>
          </a:p>
          <a:p>
            <a:r>
              <a:t>Bolus</a:t>
            </a:r>
          </a:p>
          <a:p>
            <a:r>
              <a:t>Premixed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Including Descendants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descendants</a:t>
            </a:r>
          </a:p>
          <a:p>
            <a:r>
              <a:t>Standard concepts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Combination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Exclude or split by ingredient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Import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ingredient → Include descendants → Save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counts</a:t>
            </a:r>
          </a:p>
          <a:p>
            <a:r>
              <a:t>Confirm insulin capture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