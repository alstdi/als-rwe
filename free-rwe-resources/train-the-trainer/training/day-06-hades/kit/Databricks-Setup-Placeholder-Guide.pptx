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snippet is a placeholder. Many Databricks sites connect with a connectionString (a JDBC URL) plus a token instead of the server argument; ask your site which form it uses and see the DatabaseConnector documentation on connecting to a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 Databricks OMOP Setup (Placeholder Guide)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Day 6 (Parts 1 and 2) – HADES Training</a:t>
            </a:r>
          </a:p>
          <a:p>
            <a:pPr marL="0" indent="0">
              <a:buNone/>
            </a:pPr>
            <a:r>
              <a:t>Institution-Specific Details TBD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Provide a standard secure access pattern</a:t>
            </a:r>
          </a:p>
          <a:p>
            <a:pPr/>
            <a:r>
              <a:rPr sz="2400"/>
              <a:t>Use placeholders for institutional configuration</a:t>
            </a:r>
          </a:p>
          <a:p>
            <a:pPr/>
            <a:r>
              <a:rPr sz="2400"/>
              <a:t>Prevent credential sharing in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Architecture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User → Secure R environment (RStudio/Workbench) → Databricks/Spark → OMOP CDM</a:t>
            </a:r>
          </a:p>
          <a:p>
            <a:pPr/>
            <a:r>
              <a:rPr sz="2400"/>
              <a:t>All access is controlled by institutional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You Will Receive (From Your Institution)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Databricks server/host</a:t>
            </a:r>
          </a:p>
          <a:p>
            <a:pPr/>
            <a:r>
              <a:rPr sz="2400"/>
              <a:t>Authentication method (token/SSO)</a:t>
            </a:r>
          </a:p>
          <a:p>
            <a:pPr/>
            <a:r>
              <a:rPr sz="2400"/>
              <a:t>CDM schema name</a:t>
            </a:r>
          </a:p>
          <a:p>
            <a:pPr/>
            <a:r>
              <a:rPr sz="2400"/>
              <a:t>Results/work schema name</a:t>
            </a:r>
          </a:p>
          <a:p>
            <a:pPr/>
            <a:r>
              <a:rPr sz="2400"/>
              <a:t>Cohort schema and IDs (if prebuilt)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Placeholders Used in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&lt;DATABRICKS_SERVER&gt;</a:t>
            </a:r>
          </a:p>
          <a:p>
            <a:pPr/>
            <a:r>
              <a:rPr sz="2400"/>
              <a:t>&lt;CDM_SCHEMA&gt;</a:t>
            </a:r>
          </a:p>
          <a:p>
            <a:pPr/>
            <a:r>
              <a:rPr sz="2400"/>
              <a:t>&lt;RESULTS_SCHEMA&gt;</a:t>
            </a:r>
          </a:p>
          <a:p>
            <a:pPr/>
            <a:r>
              <a:rPr sz="2400"/>
              <a:t>&lt;COHORT_SCHEMA&gt;</a:t>
            </a:r>
          </a:p>
          <a:p>
            <a:pPr/>
            <a:r>
              <a:rPr sz="2400"/>
              <a:t>&lt;TARGET_ID&gt;</a:t>
            </a:r>
          </a:p>
          <a:p>
            <a:pPr/>
            <a:r>
              <a:rPr sz="2400"/>
              <a:t>&lt;OUTCOME_ID&gt;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Never hardcode credentials in scripts</a:t>
            </a:r>
          </a:p>
          <a:p>
            <a:pPr/>
            <a:r>
              <a:rPr sz="2400"/>
              <a:t>Use environment variables or secret scopes</a:t>
            </a:r>
          </a:p>
          <a:p>
            <a:pPr/>
            <a:r>
              <a:rPr sz="2400"/>
              <a:t>Do not paste tokens into shared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Pattern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1. Load DatabaseConnector</a:t>
            </a:r>
          </a:p>
          <a:p>
            <a:pPr marL="0" indent="0">
              <a:buNone/>
            </a:pPr>
            <a:r>
              <a:rPr sz="2400"/>
              <a:t>2. Create connectionDetails</a:t>
            </a:r>
          </a:p>
          <a:p>
            <a:pPr marL="0" indent="0">
              <a:buNone/>
            </a:pPr>
            <a:r>
              <a:rPr sz="2400"/>
              <a:t>3. Connect</a:t>
            </a:r>
          </a:p>
          <a:p>
            <a:pPr marL="0" indent="0">
              <a:buNone/>
            </a:pPr>
            <a:r>
              <a:rPr sz="2400"/>
              <a:t>4. Run queries / analytics</a:t>
            </a:r>
          </a:p>
          <a:p>
            <a:pPr marL="0" indent="0">
              <a:buNone/>
            </a:pPr>
            <a:r>
              <a:rPr sz="2400"/>
              <a:t>5. Disconnect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Placeholder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>
                <a:latin typeface="Courier New"/>
              </a:rPr>
              <a:t>connectionDetails &lt;- DatabaseConnector::createConnectionDetails(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dbms = "spark",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server = "&lt;DATABRICKS_SERVER&gt;",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user = "&lt;USER_OR_TOKEN&gt;",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  password = "&lt;TOKEN&gt;"</a:t>
            </a:r>
          </a:p>
          <a:p>
            <a:pPr marL="0" indent="0">
              <a:buNone/>
            </a:pPr>
            <a:r>
              <a:rPr sz="1600"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Validating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Basic checks:</a:t>
            </a:r>
          </a:p>
          <a:p>
            <a:pPr/>
            <a:r>
              <a:rPr sz="2400"/>
              <a:t>Can you connect?</a:t>
            </a:r>
          </a:p>
          <a:p>
            <a:pPr/>
            <a:r>
              <a:rPr sz="2400"/>
              <a:t>Can you query CDM tables?</a:t>
            </a:r>
          </a:p>
          <a:p>
            <a:pPr/>
            <a:r>
              <a:rPr sz="2400"/>
              <a:t>Do you have write access to results schema?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Setup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Permission denied (schema)</a:t>
            </a:r>
          </a:p>
          <a:p>
            <a:pPr/>
            <a:r>
              <a:rPr sz="2400"/>
              <a:t>Network restrictions</a:t>
            </a:r>
          </a:p>
          <a:p>
            <a:pPr/>
            <a:r>
              <a:rPr sz="2400"/>
              <a:t>Missing JDBC/ODBC drivers</a:t>
            </a:r>
          </a:p>
          <a:p>
            <a:pPr/>
            <a:r>
              <a:rPr sz="2400"/>
              <a:t>Token expired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Workflow During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If you can’t connect:</a:t>
            </a:r>
          </a:p>
          <a:p>
            <a:pPr marL="0" indent="0">
              <a:buNone/>
            </a:pPr>
            <a:r>
              <a:rPr sz="2400"/>
              <a:t>1. Do not debug credentials live</a:t>
            </a:r>
          </a:p>
          <a:p>
            <a:pPr marL="0" indent="0">
              <a:buNone/>
            </a:pPr>
            <a:r>
              <a:rPr sz="2400"/>
              <a:t>2. Confirm placeholders</a:t>
            </a:r>
          </a:p>
          <a:p>
            <a:pPr marL="0" indent="0">
              <a:buNone/>
            </a:pPr>
            <a:r>
              <a:rPr sz="2400"/>
              <a:t>3. Escalate to institutional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Assume for This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OMOP CDM is available</a:t>
            </a:r>
          </a:p>
          <a:p>
            <a:pPr/>
            <a:r>
              <a:rPr sz="2400"/>
              <a:t>Cohorts exist OR can be imported</a:t>
            </a:r>
          </a:p>
          <a:p>
            <a:pPr/>
            <a:r>
              <a:rPr sz="2400"/>
              <a:t>Results schema is writable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Once you have your institutional details, replace placeholders and rerun the workbook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