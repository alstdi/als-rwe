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Day 6, Part 2. Today we transition from ATLAS-based design to advanced analytics using the HADES R package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objectives emphasize understanding over programming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cohorts and concept sets are designed in ATLAS, and HADES packages run the analysis reproducibly. ATLAS also runs some analyses itself (characterization, incidence rates, cohort pathways); estimation and prediction are run with HADES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HADES is an ecosystem, not a single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enables design, HADES enables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focus on prediction to avoid causal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 models estimate risk, not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package standardizes prediction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and outcome cohorts built in ATLAS are reused in HADES. Predictors come from FeatureExtraction covariate settings (demographics, conditions, drugs, and so on); cohort-based covariates built from your own concept sets are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walk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Connection details vary by institution.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understand workflow, not R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numbers vary by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guardrails prevent misuse.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real OHDSI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ATLAS to HADES: Advanced Analytics in OHDSI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6, Part 2 Training</a:t>
            </a:r>
          </a:p>
          <a:p>
            <a:pPr marL="0" indent="0">
              <a:buNone/>
            </a:pPr>
            <a:r>
              <a:t>Prediction Modeling with HADES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Understand the HADES ecosystem</a:t>
            </a:r>
          </a:p>
          <a:p>
            <a:pPr/>
            <a:r>
              <a:rPr sz="2400"/>
              <a:t>Connect ATLAS designs to R analytics</a:t>
            </a:r>
          </a:p>
          <a:p>
            <a:pPr/>
            <a:r>
              <a:rPr sz="2400"/>
              <a:t>Run a basic prediction model</a:t>
            </a:r>
          </a:p>
          <a:p>
            <a:pPr/>
            <a:r>
              <a:rPr sz="2400"/>
              <a:t>Interpret results for research &amp; publication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HADES Fits in OHDSI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ATLAS: Design</a:t>
            </a:r>
          </a:p>
          <a:p>
            <a:pPr/>
            <a:r>
              <a:rPr sz="2400"/>
              <a:t>HADES: Analytics</a:t>
            </a:r>
          </a:p>
          <a:p>
            <a:pPr/>
            <a:r>
              <a:rPr sz="2400"/>
              <a:t>Study packages: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HADES?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 suite of open-source R packages</a:t>
            </a:r>
          </a:p>
          <a:p>
            <a:pPr/>
            <a:r>
              <a:rPr sz="2400"/>
              <a:t>Implements standardized analytics</a:t>
            </a:r>
          </a:p>
          <a:p>
            <a:pPr/>
            <a:r>
              <a:rPr sz="2400"/>
              <a:t>Supports prediction &amp; estimation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Move Beyond ATLAS?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Statistical modeling</a:t>
            </a:r>
          </a:p>
          <a:p>
            <a:pPr/>
            <a:r>
              <a:rPr sz="2400"/>
              <a:t>Validation</a:t>
            </a:r>
          </a:p>
          <a:p>
            <a:pPr/>
            <a:r>
              <a:rPr sz="2400"/>
              <a:t>Publication-quality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vs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Prediction: Who will have an outcome?</a:t>
            </a:r>
          </a:p>
          <a:p>
            <a:pPr/>
            <a:r>
              <a:rPr sz="2400"/>
              <a:t>Estimation: What is the treatment effect?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Risk stratification</a:t>
            </a:r>
          </a:p>
          <a:p>
            <a:pPr/>
            <a:r>
              <a:rPr sz="2400"/>
              <a:t>Surveillance</a:t>
            </a:r>
          </a:p>
          <a:p>
            <a:pPr/>
            <a:r>
              <a:rPr sz="2400"/>
              <a:t>Decision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PatientLevelPrediction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Core HADES prediction package</a:t>
            </a:r>
          </a:p>
          <a:p>
            <a:pPr/>
            <a:r>
              <a:rPr sz="2400"/>
              <a:t>Supports many algorithms</a:t>
            </a:r>
          </a:p>
          <a:p>
            <a:pPr/>
            <a:r>
              <a:rPr sz="2400"/>
              <a:t>Built-in diagnostics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ATLAS to HADES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 cohorts → HADES targets/outcomes</a:t>
            </a:r>
          </a:p>
          <a:p>
            <a:pPr/>
            <a:r>
              <a:rPr sz="2400"/>
              <a:t>FeatureExtraction settings → covariates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HADES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Connect → Define cohorts → Build model → Validate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OMOP Access (Databricks)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Institutional secure environment</a:t>
            </a:r>
          </a:p>
          <a:p>
            <a:pPr/>
            <a:r>
              <a:rPr sz="2400"/>
              <a:t>Placeholders only</a:t>
            </a:r>
          </a:p>
          <a:p>
            <a:pPr/>
            <a:r>
              <a:rPr sz="2400"/>
              <a:t>No credentials shown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R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Copy/paste code</a:t>
            </a:r>
          </a:p>
          <a:p>
            <a:pPr/>
            <a:r>
              <a:rPr sz="2400"/>
              <a:t>Explain logic</a:t>
            </a:r>
          </a:p>
          <a:p>
            <a:pPr/>
            <a:r>
              <a:rPr sz="2400"/>
              <a:t>Avoid advanced syntax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Success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Model runs</a:t>
            </a:r>
          </a:p>
          <a:p>
            <a:pPr/>
            <a:r>
              <a:rPr sz="2400"/>
              <a:t>Outputs generated</a:t>
            </a:r>
          </a:p>
          <a:p>
            <a:pPr/>
            <a:r>
              <a:rPr sz="2400"/>
              <a:t>Results interpreted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Prediction ≠ causality</a:t>
            </a:r>
          </a:p>
          <a:p>
            <a:pPr/>
            <a:r>
              <a:rPr sz="2400"/>
              <a:t>Design matters</a:t>
            </a:r>
          </a:p>
          <a:p>
            <a:pPr/>
            <a:r>
              <a:rPr sz="2400"/>
              <a:t>Validation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Concepts → Access → Demo → Interpretation → Publication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