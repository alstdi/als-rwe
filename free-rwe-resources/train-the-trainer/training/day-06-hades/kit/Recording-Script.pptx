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alstdi-logo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901" name="ALS TDI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65008" y="6043049"/>
            <a:ext cx="914400" cy="70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Recording Script</a:t>
            </a:r>
          </a:p>
          <a:p>
            <a:r>
              <a:t>HADES Prediction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2 – Narration-Optimized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Opening (0–2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this session on advanced analytics in OHDSI.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(2–5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ATLAS designs the study; HADES executes the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HADES? (5–8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suite of R packages for standardized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Prediction? (8–12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Prediction estimates risk, not treatment effect.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Environment (12–15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Analytics run in secure institutional environments.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Overview (15–20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 → define cohorts → build model → validate.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the Model (20–30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Runtime and results vary across databases.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Results (30–40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Assess discrimination and calibration.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Variability (40–45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Differences across OMOP databases are expected.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(45–48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Prediction ≠ causality.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(48–50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HADES supports reproducible, publication-ready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S TDI">
      <a:dk1>
        <a:sysClr val="windowText" lastClr="000000"/>
      </a:dk1>
      <a:lt1>
        <a:sysClr val="window" lastClr="FFFFFF"/>
      </a:lt1>
      <a:dk2>
        <a:srgbClr val="6D2F77"/>
      </a:dk2>
      <a:lt2>
        <a:srgbClr val="F2EAF4"/>
      </a:lt2>
      <a:accent1>
        <a:srgbClr val="904199"/>
      </a:accent1>
      <a:accent2>
        <a:srgbClr val="B872C0"/>
      </a:accent2>
      <a:accent3>
        <a:srgbClr val="6D2F77"/>
      </a:accent3>
      <a:accent4>
        <a:srgbClr val="4A4A4A"/>
      </a:accent4>
      <a:accent5>
        <a:srgbClr val="D9C2DE"/>
      </a:accent5>
      <a:accent6>
        <a:srgbClr val="7A3580"/>
      </a:accent6>
      <a:hlink>
        <a:srgbClr val="904199"/>
      </a:hlink>
      <a:folHlink>
        <a:srgbClr val="6D2F77"/>
      </a:folHlink>
    </a:clrScheme>
    <a:fontScheme name="Office">
      <a:majorFont>
        <a:latin typeface="EB Garamo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