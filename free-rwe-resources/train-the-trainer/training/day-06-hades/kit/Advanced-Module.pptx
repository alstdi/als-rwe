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alstdi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01" name="ALS TDI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5008" y="6043049"/>
            <a:ext cx="914400" cy="70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Module</a:t>
            </a:r>
          </a:p>
          <a:p>
            <a:r>
              <a:t>HADES Prediction &amp;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2 – Advanced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</a:t>
            </a:r>
          </a:p>
          <a:p>
            <a:r>
              <a:t>Diagnostics</a:t>
            </a:r>
          </a:p>
          <a:p>
            <a:r>
              <a:t>Study packages</a:t>
            </a:r>
          </a:p>
          <a:p>
            <a:r>
              <a:t>Publication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Go Beyond One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</a:t>
            </a:r>
          </a:p>
          <a:p>
            <a:r>
              <a:t>Transportability</a:t>
            </a:r>
          </a:p>
          <a:p>
            <a:r>
              <a:t>Credibility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Train/test</a:t>
            </a:r>
          </a:p>
          <a:p>
            <a:r>
              <a:t>Cross-validation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to new OMOP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AUC</a:t>
            </a:r>
          </a:p>
          <a:p>
            <a:r>
              <a:t>ROC curves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Predicted vs observed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Coefficients</a:t>
            </a:r>
          </a:p>
          <a:p>
            <a:r>
              <a:t>Feature importance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Standardized structure</a:t>
            </a:r>
          </a:p>
          <a:p>
            <a:r>
              <a:t>Reproducibility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Journals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</a:t>
            </a:r>
          </a:p>
          <a:p>
            <a:r>
              <a:t>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vs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goals</a:t>
            </a:r>
          </a:p>
          <a:p>
            <a:r>
              <a:t>Different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Overclaiming</a:t>
            </a:r>
          </a:p>
          <a:p>
            <a:r>
              <a:t>Ignoring calibration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Pre-specify</a:t>
            </a:r>
          </a:p>
          <a:p>
            <a:r>
              <a:t>Validate</a:t>
            </a:r>
          </a:p>
          <a:p>
            <a:r>
              <a:t>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Advanced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external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Validated models matter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