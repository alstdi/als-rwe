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and argument names follow the PatientLevelPrediction vignette 'Building patient-level predictive models' as read on 1 October 2026. Check them against the version installed at your site before the session, because the package interface has changed between major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and argument names follow the PatientLevelPrediction vignette 'Building patient-level predictive models' as read on 1 October 2026. Check them against the version installed at your site before the session, because the package interface has changed between major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and argument names follow the PatientLevelPrediction vignette 'Building patient-level predictive models' as read on 1 October 2026. Check them against the version installed at your site before the session, because the package interface has changed between major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Participant Workbook: HADES Prediction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Day 6, Part 2 – Hands-On Lab</a:t>
            </a:r>
          </a:p>
          <a:p>
            <a:pPr marL="0" indent="0">
              <a:buNone/>
            </a:pPr>
            <a:r>
              <a:t>Minimal R, Copy/Paste Friendly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Connect to an OMOP CDM securely</a:t>
            </a:r>
          </a:p>
          <a:p>
            <a:pPr/>
            <a:r>
              <a:rPr sz="2400"/>
              <a:t>Run a basic prediction model</a:t>
            </a:r>
          </a:p>
          <a:p>
            <a:pPr/>
            <a:r>
              <a:rPr sz="2400"/>
              <a:t>Inspect model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Access to secure R environment</a:t>
            </a:r>
          </a:p>
          <a:p>
            <a:pPr/>
            <a:r>
              <a:rPr sz="2400"/>
              <a:t>Institutional OMOP CDM</a:t>
            </a:r>
          </a:p>
          <a:p>
            <a:pPr/>
            <a:r>
              <a:rPr sz="2400"/>
              <a:t>R packages pre-installed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OMOP Connection (Placeholder)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You will receive connection details from your institution.</a:t>
            </a:r>
          </a:p>
          <a:p>
            <a:pPr marL="0" indent="0">
              <a:buNone/>
            </a:pPr>
            <a:r>
              <a:rPr sz="2400"/>
              <a:t>Placeholders:</a:t>
            </a:r>
          </a:p>
          <a:p>
            <a:pPr/>
            <a:r>
              <a:rPr sz="2400"/>
              <a:t>&lt;CDM_SCHEMA&gt;</a:t>
            </a:r>
          </a:p>
          <a:p>
            <a:pPr/>
            <a:r>
              <a:rPr sz="2400"/>
              <a:t>&lt;RESULTS_SCHEMA&gt;</a:t>
            </a:r>
          </a:p>
          <a:p>
            <a:pPr/>
            <a:r>
              <a:rPr sz="2400"/>
              <a:t>&lt;DATABRICKS_SERVER&gt;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Load Required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library(DatabaseConnector)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library(PatientLevelPrediction)</a:t>
            </a:r>
          </a:p>
          <a:p>
            <a:pPr marL="0" indent="0">
              <a:buNone/>
            </a:pPr>
            <a:r>
              <a:rPr sz="1600"/>
              <a:t>Checkpoint:</a:t>
            </a:r>
          </a:p>
          <a:p>
            <a:pPr/>
            <a:r>
              <a:rPr sz="1600"/>
              <a:t>No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Create Connection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connectionDetails &lt;- createConnectionDetails(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dbms = "spark",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server = "&lt;DATABRICKS_SERVER&gt;"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)</a:t>
            </a:r>
          </a:p>
          <a:p>
            <a:pPr marL="0" indent="0">
              <a:buNone/>
            </a:pPr>
            <a:r>
              <a:rPr sz="1600"/>
              <a:t>Checkpoint:</a:t>
            </a:r>
          </a:p>
          <a:p>
            <a:pPr/>
            <a:r>
              <a:rPr sz="1600"/>
              <a:t>Object created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Connect to OMOP CDM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conn &lt;- connect(connectionDetails)</a:t>
            </a:r>
          </a:p>
          <a:p>
            <a:pPr marL="0" indent="0">
              <a:buNone/>
            </a:pPr>
            <a:r>
              <a:rPr sz="1600"/>
              <a:t>Checkpoint:</a:t>
            </a:r>
          </a:p>
          <a:p>
            <a:pPr/>
            <a:r>
              <a:rPr sz="1600"/>
              <a:t>Connection succeeds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Define Target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targetCohortId &lt;- &lt;TARGET_ID&gt;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outcomeCohortId &lt;- &lt;OUTCOME_ID&gt;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Extract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databaseDetails &lt;- createDatabaseDetails(connectionDetails,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cdmDatabaseSchema = "&lt;CDM_SCHEMA&gt;", cdmDatabaseName = "&lt;SITE&gt;",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cohortDatabaseSchema = "&lt;RESULTS_SCHEMA&gt;", cohortTable = "cohort",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targetId = targetCohortId, outcomeIds = outcomeCohortId)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plpData &lt;- getPlpData(databaseDetails,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covariateSettings = FeatureExtraction::createDefaultCovariateSettings())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Train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result &lt;- runPlp(plpData = plpData, outcomeId = outcomeCohortId,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populationSettings = createStudyPopulationSettings(riskWindowEnd = 365),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modelSettings = setLassoLogisticRegression(), saveDirectory = "plp_output")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/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Checkpoint: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Model completes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View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result$performanceEvaluation$evaluationStatistics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plotPlp(result, dirPath = "plp_output/plots")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AUC near 0.5 = no signal</a:t>
            </a:r>
          </a:p>
          <a:p>
            <a:pPr/>
            <a:r>
              <a:rPr sz="2400"/>
              <a:t>Higher AUC = better discrimination</a:t>
            </a:r>
          </a:p>
          <a:p>
            <a:pPr/>
            <a:r>
              <a:rPr sz="2400"/>
              <a:t>Calibration matters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Permission errors</a:t>
            </a:r>
          </a:p>
          <a:p>
            <a:pPr/>
            <a:r>
              <a:rPr sz="2400"/>
              <a:t>Missing cohorts</a:t>
            </a:r>
          </a:p>
          <a:p>
            <a:pPr/>
            <a:r>
              <a:rPr sz="2400"/>
              <a:t>Long runtimes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You have completed a basic HADES prediction workflow.</a:t>
            </a:r>
          </a:p>
          <a:p>
            <a:pPr marL="0" indent="0">
              <a:buNone/>
            </a:pPr>
            <a:r>
              <a:t>Focus on understanding the process, not exact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