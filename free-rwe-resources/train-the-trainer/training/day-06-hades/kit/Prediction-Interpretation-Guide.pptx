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20240"/>
            <a:ext cx="10363200" cy="128016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91840"/>
            <a:ext cx="10363200" cy="18288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Prediction Interpretation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HADES – PatientLevelPrediction</a:t>
            </a:r>
          </a:p>
          <a:p>
            <a:pPr marL="0" indent="0">
              <a:buNone/>
            </a:pPr>
            <a:r>
              <a:t>Instructor Reference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This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Provide consistent interpretation language</a:t>
            </a:r>
          </a:p>
          <a:p>
            <a:pPr/>
            <a:r>
              <a:rPr sz="2400"/>
              <a:t>Support live demos, labs, and assessment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 "Good" Prediction Model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Discrimination better than chance</a:t>
            </a:r>
          </a:p>
          <a:p>
            <a:pPr/>
            <a:r>
              <a:rPr sz="2400"/>
              <a:t>Reasonable calibration</a:t>
            </a:r>
          </a:p>
          <a:p>
            <a:pPr/>
            <a:r>
              <a:rPr sz="2400"/>
              <a:t>Stable across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Discrimination (AUC)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AUC of 0.5 means no discrimination; 1.0 means perfect</a:t>
            </a:r>
          </a:p>
          <a:p>
            <a:pPr/>
            <a:r>
              <a:rPr sz="2400"/>
              <a:t>Higher is not always better</a:t>
            </a:r>
          </a:p>
          <a:p>
            <a:pPr/>
            <a:r>
              <a:rPr sz="2400"/>
              <a:t>Depends on use case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Calibration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Predicted risk ≈ observed risk</a:t>
            </a:r>
          </a:p>
          <a:p>
            <a:pPr/>
            <a:r>
              <a:rPr sz="2400"/>
              <a:t>Report it alongside AUC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Performance Is Poor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Possible reasons:</a:t>
            </a:r>
          </a:p>
          <a:p>
            <a:pPr/>
            <a:r>
              <a:rPr sz="2400"/>
              <a:t>Weak predictors</a:t>
            </a:r>
          </a:p>
          <a:p>
            <a:pPr/>
            <a:r>
              <a:rPr sz="2400"/>
              <a:t>Rare outcome</a:t>
            </a:r>
          </a:p>
          <a:p>
            <a:pPr/>
            <a:r>
              <a:rPr sz="2400"/>
              <a:t>Short prediction window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Variability Across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Different populations</a:t>
            </a:r>
          </a:p>
          <a:p>
            <a:pPr/>
            <a:r>
              <a:rPr sz="2400"/>
              <a:t>Different coding practices</a:t>
            </a:r>
          </a:p>
          <a:p>
            <a:pPr/>
            <a:r>
              <a:rPr sz="2400"/>
              <a:t>Different data density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Prediction = risk, not diagnosis</a:t>
            </a:r>
          </a:p>
          <a:p>
            <a:pPr/>
            <a:r>
              <a:rPr sz="2400"/>
              <a:t>Use to stratify, not decide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NOT to Conclude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Causality</a:t>
            </a:r>
          </a:p>
          <a:p>
            <a:pPr/>
            <a:r>
              <a:rPr sz="2400"/>
              <a:t>Treatment benefit</a:t>
            </a:r>
          </a:p>
          <a:p>
            <a:pPr/>
            <a:r>
              <a:rPr sz="2400"/>
              <a:t>Clinical superiority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Explain Results to Clinicians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Focus on:</a:t>
            </a:r>
          </a:p>
          <a:p>
            <a:pPr/>
            <a:r>
              <a:rPr sz="2400"/>
              <a:t>Relative risk ranking</a:t>
            </a:r>
          </a:p>
          <a:p>
            <a:pPr/>
            <a:r>
              <a:rPr sz="2400"/>
              <a:t>Uncertainty</a:t>
            </a:r>
          </a:p>
          <a:p>
            <a:pPr/>
            <a:r>
              <a:rPr sz="2400"/>
              <a:t>Validation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Misinterpretations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High AUC = clinically useful</a:t>
            </a:r>
          </a:p>
          <a:p>
            <a:pPr/>
            <a:r>
              <a:rPr sz="2400"/>
              <a:t>Model replaces clinician</a:t>
            </a:r>
          </a:p>
          <a:p>
            <a:pPr/>
            <a:r>
              <a:rPr sz="2400"/>
              <a:t>One model fits all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 Messaging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Models support decisions</a:t>
            </a:r>
          </a:p>
          <a:p>
            <a:pPr/>
            <a:r>
              <a:rPr sz="2400"/>
              <a:t>They do not replace judgment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 to Publication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Report full diagnostics</a:t>
            </a:r>
          </a:p>
          <a:p>
            <a:pPr/>
            <a:r>
              <a:rPr sz="2400"/>
              <a:t>Describe validation</a:t>
            </a:r>
          </a:p>
          <a:p>
            <a:pPr/>
            <a:r>
              <a:rPr sz="2400"/>
              <a:t>State limitations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Teaching 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t>"Prediction models estimate risk, not effect."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00000"/>
      </a:hlink>
      <a:folHlink>
        <a:srgbClr val="40404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